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agent-sync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MCP, skills, and AGENTS.md across all AI coding agents — one command.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3355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4754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33554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4754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33554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4754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3355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4754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3355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4754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33554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v0.1.9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fragmentation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AI coding CLIs, each with unique config formats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config files for MCP servers alone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directories with inconsistent naming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493776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4983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variants: CLAUDE.md, COPILOT.md, CODEX.md...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sync is tedious and error-prone.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config, one command, all agents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114800" cy="7315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agent-sync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892B0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CLIs synced simultaneously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0" cy="20116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47472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Config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different formats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3474720"/>
            <a:ext cx="3474720" cy="20116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3474720"/>
            <a:ext cx="54864" cy="2011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80560" y="40233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Symlinked folders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agents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3474720"/>
            <a:ext cx="3474720" cy="20116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347472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40233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instructions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CLI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Config Sync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→ six targets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200400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~/.agent-sync/mcp.json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64FFDA"/>
                </a:solidFill>
              </a:rPr>
              <a:t>→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7040880" cy="502920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FFDA"/>
                </a:solidFill>
              </a:rPr>
              <a:t>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FFDA"/>
                </a:solidFill>
              </a:rPr>
              <a:t>Path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0" y="1828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FFDA"/>
                </a:solidFill>
              </a:rPr>
              <a:t>Format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331720"/>
            <a:ext cx="704088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331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~/.mcp.json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704088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834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~/.codex/config.toml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0" y="2834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337560"/>
            <a:ext cx="704088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337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~/.gemini/settings.json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33375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704088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8404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~/.config/opencode/opencode.json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3840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343400"/>
            <a:ext cx="704088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~/.copilot/mcp-config.json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4846320"/>
            <a:ext cx="704088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4846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846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~/.gemini/antigravity/...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0" y="4846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Sync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skill folders via symlinks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2743200" cy="164592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.agent/skills/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commit/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review-pr/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search/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FFDA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4904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FFDA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389120" y="2377440"/>
            <a:ext cx="2560320" cy="457200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3017520"/>
            <a:ext cx="2560320" cy="457200"/>
          </a:xfrm>
          <a:prstGeom prst="rect">
            <a:avLst/>
          </a:prstGeom>
          <a:solidFill>
            <a:srgbClr val="233554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share the same skill definitions.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once → works everywhere.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0" y="2194560"/>
            <a:ext cx="4389120" cy="32004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2194560"/>
            <a:ext cx="54864" cy="3200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 a Skill?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89520" y="29260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skills/{name}/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(instructions)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(automation)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reference/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(docs, examples)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 Sync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→ four targets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prompt files: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3355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4688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33554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4688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3355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COPILOT.md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24688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33554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95360" y="24688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33554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.agents/rules/*.md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4FFDA"/>
                </a:solidFill>
              </a:rPr>
              <a:t>↓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914400" y="3474720"/>
            <a:ext cx="100584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474720"/>
            <a:ext cx="45720" cy="6858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/ OpenCode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root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270248"/>
            <a:ext cx="100584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4270248"/>
            <a:ext cx="45720" cy="6858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4074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4407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44074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root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5065776"/>
            <a:ext cx="100584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5065776"/>
            <a:ext cx="45720" cy="6858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5202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0" y="5202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5202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5861304"/>
            <a:ext cx="100584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" y="5861304"/>
            <a:ext cx="45720" cy="6858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9984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agent-sync.md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89120" y="59984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59984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.agents/rules/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use in seconds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5029200" cy="6400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@bitkyc08/agent-sync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931920"/>
            <a:ext cx="292608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005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agent-sync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4005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wizard (all steps)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526280"/>
            <a:ext cx="292608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99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agent-sync mcp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4599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config sync (global → 6 CLIs)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5120640"/>
            <a:ext cx="292608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93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agent-sync skills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51937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symlink sync (project)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5715000"/>
            <a:ext cx="292608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788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agent-sync agents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5788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generation (project)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6309360"/>
            <a:ext cx="2926080" cy="5029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6382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agent-sync all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6382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with detected defaults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0" y="2011680"/>
            <a:ext cx="3931920" cy="25603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0" y="201168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Location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27432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~/.agent-sync/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mcp.json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(unified MCP)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backups/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(auto-backups)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CD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Command. All Agents.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36676" y="3474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36676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CLIs supported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94276" y="3474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494276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modes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51876" y="3474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8151876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to rule them all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0" y="5303520"/>
            <a:ext cx="4846320" cy="731520"/>
          </a:xfrm>
          <a:prstGeom prst="roundRect">
            <a:avLst>
              <a:gd name="adj" fmla="val 12500"/>
            </a:avLst>
          </a:prstGeom>
          <a:solidFill>
            <a:srgbClr val="64FFD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@bitkyc08/agent-sync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• github.com/bitkyc08/agent-sync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agent-sync — Sync AI Agents in One Command</dc:title>
  <dc:subject>PptxGenJS Presentation</dc:subject>
  <dc:creator>agent-sync</dc:creator>
  <cp:lastModifiedBy>agent-sync</cp:lastModifiedBy>
  <cp:revision>1</cp:revision>
  <dcterms:created xsi:type="dcterms:W3CDTF">2026-03-15T11:43:43Z</dcterms:created>
  <dcterms:modified xsi:type="dcterms:W3CDTF">2026-03-15T11:43:43Z</dcterms:modified>
</cp:coreProperties>
</file>